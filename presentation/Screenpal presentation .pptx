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LYyViJUu8eHIut42e8rRaEPoi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Screenpal Web App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Report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Automated QA – Authentication · Profile · Upload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Selenium + TestNG | Java | Chrome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 &amp; Objectives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20040" y="914400"/>
            <a:ext cx="393192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" y="137160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project delivers an automated test suite for the Screenpal web application, targeting its core user-facing features: authentication, profile management, and video upload.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26974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 URL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2971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screenpal.com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Functional · UI · Negative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26280" y="914400"/>
            <a:ext cx="42976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663440" y="960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663440" y="1417320"/>
            <a:ext cx="201168" cy="201168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956048" y="13898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Verify secure login and logout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663440" y="1984248"/>
            <a:ext cx="201168" cy="201168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4956048" y="19568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 profile update functionality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663440" y="2551176"/>
            <a:ext cx="201168" cy="201168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956048" y="252374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Ensure video uploads work correctly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663440" y="3118104"/>
            <a:ext cx="201168" cy="201168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956048" y="30906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Ensure system stability and usability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Scope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20040" y="914400"/>
            <a:ext cx="393192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20040" y="914400"/>
            <a:ext cx="3931920" cy="41148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11480" y="9144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IN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1417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Module 1 – 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1755648"/>
            <a:ext cx="137160" cy="137160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13232" y="17099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 with valid credentials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2920" y="2029968"/>
            <a:ext cx="137160" cy="137160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13232" y="19842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 with invalid credentials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" y="2304288"/>
            <a:ext cx="137160" cy="137160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13232" y="22585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Logout functionality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26243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Module 2 – Profile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" y="2962656"/>
            <a:ext cx="137160" cy="137160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13232" y="291693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View profile information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02920" y="3236976"/>
            <a:ext cx="137160" cy="137160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13232" y="319125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Update profile information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57200" y="35570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Module 3 – Video Upload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02920" y="3895344"/>
            <a:ext cx="137160" cy="137160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3232" y="384962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Upload supported video files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" y="4169664"/>
            <a:ext cx="137160" cy="137160"/>
          </a:xfrm>
          <a:prstGeom prst="ellipse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13232" y="412394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Reject unsupported file types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26280" y="914400"/>
            <a:ext cx="42976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526280" y="914400"/>
            <a:ext cx="4297680" cy="41148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617720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✘  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663440" y="1508760"/>
            <a:ext cx="137160" cy="13716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892040" y="14813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Browser performance testing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663440" y="1965960"/>
            <a:ext cx="137160" cy="13716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892040" y="19385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Load and stress testing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663440" y="2423160"/>
            <a:ext cx="137160" cy="13716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892040" y="23957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testing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663440" y="2880360"/>
            <a:ext cx="137160" cy="13716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892040" y="28529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/ Penetration testing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663440" y="3337560"/>
            <a:ext cx="137160" cy="13716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892040" y="33101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Mobile application testing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Environment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20040" y="96012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320040" y="96012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21208" y="10149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21208" y="128930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Screenpal Web Application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20040" y="192024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20040" y="192024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21208" y="19751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21208" y="224942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Google Chrome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20040" y="288036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20040" y="288036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21208" y="293522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21208" y="320954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Selenium WebDriver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20040" y="384048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20040" y="384048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521208" y="38953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21208" y="416966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TestNG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754880" y="96012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956048" y="10149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956048" y="128930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754880" y="192024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956048" y="197510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956048" y="224942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Eclipse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754880" y="288036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956048" y="293522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956048" y="320954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Windows 10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754880" y="3840480"/>
            <a:ext cx="411480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754880" y="3840480"/>
            <a:ext cx="109728" cy="80467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956048" y="38953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956048" y="416966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Maven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Architecture &amp; Framework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371600" y="960120"/>
            <a:ext cx="6400800" cy="77724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508760" y="996696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508760" y="1307592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AuthFlowTest · ProfileTest · UploadTest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434840" y="1737360"/>
            <a:ext cx="27432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371600" y="1920240"/>
            <a:ext cx="6400800" cy="77724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508760" y="1956816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508760" y="2267712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BaseTest – setup, login, logout, teardown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434840" y="2697480"/>
            <a:ext cx="27432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371600" y="2880360"/>
            <a:ext cx="6400800" cy="7772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508760" y="2916936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 Object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508760" y="3227832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LoginPage · ProfilePage · UploadPage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434840" y="3657600"/>
            <a:ext cx="27432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371600" y="3840480"/>
            <a:ext cx="64008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508760" y="3877056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WebDriver / Selenium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508760" y="4187952"/>
            <a:ext cx="6126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ChromeDriver  ·  WebDriverWait  ·  JavascriptExecutor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1 – Authentication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 – Test Cases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20040" y="914400"/>
            <a:ext cx="850392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20040" y="914400"/>
            <a:ext cx="109728" cy="11430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21208" y="96926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TC-01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34440" y="96926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Login with Valid </a:t>
            </a:r>
            <a:r>
              <a:rPr b="1" lang="en-US" sz="1300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406640" y="1005840"/>
            <a:ext cx="1188720" cy="292608"/>
          </a:xfrm>
          <a:prstGeom prst="roundRect">
            <a:avLst>
              <a:gd fmla="val 2187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7406640" y="100584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21208" y="129844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143000" y="129844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Navigate → enter email → Continue → enter password → Login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21208" y="157276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417320" y="157276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 displayed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20040" y="2194560"/>
            <a:ext cx="850392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20040" y="2194560"/>
            <a:ext cx="109728" cy="11430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21208" y="224942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TC-02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234440" y="224942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Logout Functionality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406640" y="2286000"/>
            <a:ext cx="1188720" cy="292608"/>
          </a:xfrm>
          <a:prstGeom prst="roundRect">
            <a:avLst>
              <a:gd fmla="val 2187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406640" y="22860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21208" y="257860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43000" y="257860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Click profile menu → click Logout link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21208" y="285292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417320" y="285292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Redirected to Screenpal page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20040" y="3474720"/>
            <a:ext cx="8503920" cy="114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320040" y="3474720"/>
            <a:ext cx="109728" cy="11430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21208" y="352958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TC-03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234440" y="3529584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Login with Invalid Password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7406640" y="3566160"/>
            <a:ext cx="1188720" cy="292608"/>
          </a:xfrm>
          <a:prstGeom prst="roundRect">
            <a:avLst>
              <a:gd fmla="val 2187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406640" y="356616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21208" y="3858768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143000" y="385876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Enter valid email → wrong password → Login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21208" y="413308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417320" y="413308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message displayed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 – User Profile Management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Profile Management – Test Cases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20040" y="960120"/>
            <a:ext cx="8503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320040" y="960120"/>
            <a:ext cx="109728" cy="13716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21208" y="103327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TC-04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234440" y="10332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Open Profile Page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406640" y="1069848"/>
            <a:ext cx="1188720" cy="292608"/>
          </a:xfrm>
          <a:prstGeom prst="roundRect">
            <a:avLst>
              <a:gd fmla="val 2187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7406640" y="1069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21208" y="139903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188720" y="1399032"/>
            <a:ext cx="7178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 → Click profile icon → Settings → click Profile sidebar link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21208" y="192024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417320" y="192024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Profile page visible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20040" y="2514600"/>
            <a:ext cx="8503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20040" y="2514600"/>
            <a:ext cx="109728" cy="13716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521208" y="258775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TC-05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234440" y="258775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Update Display 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406640" y="2624328"/>
            <a:ext cx="1188720" cy="292608"/>
          </a:xfrm>
          <a:prstGeom prst="roundRect">
            <a:avLst>
              <a:gd fmla="val 2187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7406640" y="26243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21208" y="295351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188720" y="2953512"/>
            <a:ext cx="7178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profile → clear firstname field → enter 'hazem' → Save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21208" y="34747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417320" y="347472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Success confirmation message displayed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3 – Video Upload Management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Upload – Test Cases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320040" y="960120"/>
            <a:ext cx="8503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320040" y="960120"/>
            <a:ext cx="109728" cy="13716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521208" y="103327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TC-06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234440" y="10332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Upload Valid Video File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406640" y="1069848"/>
            <a:ext cx="1188720" cy="292608"/>
          </a:xfrm>
          <a:prstGeom prst="roundRect">
            <a:avLst>
              <a:gd fmla="val 2187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7406640" y="106984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21208" y="139903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1188720" y="1399032"/>
            <a:ext cx="7178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Login → Upload Content → select 11.mp4 → navigate to folder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21208" y="192024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417320" y="192024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 listed in folder (verified by title '11')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20040" y="2514600"/>
            <a:ext cx="85039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320040" y="2514600"/>
            <a:ext cx="109728" cy="13716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521208" y="258775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TC-07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234440" y="258775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Upload Invalid File 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7406640" y="2624328"/>
            <a:ext cx="1188720" cy="292608"/>
          </a:xfrm>
          <a:prstGeom prst="roundRect">
            <a:avLst>
              <a:gd fmla="val 21875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7406640" y="262432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21208" y="295351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1188720" y="2953512"/>
            <a:ext cx="7178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Click Upload → select 11.txt 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21208" y="347472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1417320" y="347472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Error: 'file type isn't supported'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Results Summary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20040" y="91440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320040" y="914400"/>
            <a:ext cx="1965960" cy="164592"/>
          </a:xfrm>
          <a:prstGeom prst="rect">
            <a:avLst/>
          </a:prstGeom>
          <a:solidFill>
            <a:srgbClr val="1A2B5E"/>
          </a:solidFill>
          <a:ln cap="flat" cmpd="sng" w="12700">
            <a:solidFill>
              <a:srgbClr val="1A2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320040" y="109728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320040" y="21031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2468880" y="91440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2468880" y="914400"/>
            <a:ext cx="1965960" cy="16459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2468880" y="109728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2468880" y="21031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617720" y="91440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617720" y="914400"/>
            <a:ext cx="1965960" cy="1645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4617720" y="109728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617720" y="21031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766560" y="914400"/>
            <a:ext cx="1965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6766560" y="914400"/>
            <a:ext cx="1965960" cy="164592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6766560" y="109728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6766560" y="21031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Pass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320040" y="29718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566160" y="297180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4776275" y="3067815"/>
            <a:ext cx="3749100" cy="201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4776250" y="3067815"/>
            <a:ext cx="3749100" cy="2013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8525435" y="2994663"/>
            <a:ext cx="548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20040" y="359359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Profile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566160" y="359359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776325" y="3666745"/>
            <a:ext cx="3749100" cy="201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4776275" y="3685032"/>
            <a:ext cx="3749100" cy="2013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8525460" y="3593542"/>
            <a:ext cx="548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320040" y="421538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E"/>
                </a:solidFill>
                <a:latin typeface="Calibri"/>
                <a:ea typeface="Calibri"/>
                <a:cs typeface="Calibri"/>
                <a:sym typeface="Calibri"/>
              </a:rPr>
              <a:t>Video Upload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3566160" y="421538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738750" y="4302224"/>
            <a:ext cx="3749100" cy="2013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4776325" y="4302224"/>
            <a:ext cx="3749100" cy="2013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8525460" y="4215334"/>
            <a:ext cx="548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50292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502920" y="2834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All planned test cases executed &amp; documented successfully.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502920" y="468172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Selenium + TestNG | Java | Chrome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502920" y="3474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Deliverables: Test Plan · Test Cases · Test Report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2026-06-05T11:00:13Z</dcterms:created>
  <dc:creator>PptxGenJS</dc:creator>
</cp:coreProperties>
</file>